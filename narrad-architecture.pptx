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nshu  Singh" userId="580c42a9-0ad5-4780-91cf-b2b7020ba72a" providerId="ADAL" clId="{179FFEAC-C7D0-4202-8125-1719F5479489}"/>
    <pc:docChg chg="custSel modSld">
      <pc:chgData name="Priyanshu  Singh" userId="580c42a9-0ad5-4780-91cf-b2b7020ba72a" providerId="ADAL" clId="{179FFEAC-C7D0-4202-8125-1719F5479489}" dt="2026-09-22T11:11:18.560" v="62" actId="478"/>
      <pc:docMkLst>
        <pc:docMk/>
      </pc:docMkLst>
      <pc:sldChg chg="addSp delSp modSp mod">
        <pc:chgData name="Priyanshu  Singh" userId="580c42a9-0ad5-4780-91cf-b2b7020ba72a" providerId="ADAL" clId="{179FFEAC-C7D0-4202-8125-1719F5479489}" dt="2026-09-22T11:11:18.560" v="62" actId="478"/>
        <pc:sldMkLst>
          <pc:docMk/>
          <pc:sldMk cId="0" sldId="256"/>
        </pc:sldMkLst>
        <pc:spChg chg="mod">
          <ac:chgData name="Priyanshu  Singh" userId="580c42a9-0ad5-4780-91cf-b2b7020ba72a" providerId="ADAL" clId="{179FFEAC-C7D0-4202-8125-1719F5479489}" dt="2026-09-22T10:58:49.788" v="2" actId="14100"/>
          <ac:spMkLst>
            <pc:docMk/>
            <pc:sldMk cId="0" sldId="256"/>
            <ac:spMk id="6" creationId="{00000000-0000-0000-0000-000000000000}"/>
          </ac:spMkLst>
        </pc:spChg>
        <pc:spChg chg="mod">
          <ac:chgData name="Priyanshu  Singh" userId="580c42a9-0ad5-4780-91cf-b2b7020ba72a" providerId="ADAL" clId="{179FFEAC-C7D0-4202-8125-1719F5479489}" dt="2026-09-22T11:04:39.559" v="44" actId="1076"/>
          <ac:spMkLst>
            <pc:docMk/>
            <pc:sldMk cId="0" sldId="256"/>
            <ac:spMk id="8" creationId="{00000000-0000-0000-0000-000000000000}"/>
          </ac:spMkLst>
        </pc:spChg>
        <pc:spChg chg="mod">
          <ac:chgData name="Priyanshu  Singh" userId="580c42a9-0ad5-4780-91cf-b2b7020ba72a" providerId="ADAL" clId="{179FFEAC-C7D0-4202-8125-1719F5479489}" dt="2026-09-22T10:58:42.381" v="1" actId="14100"/>
          <ac:spMkLst>
            <pc:docMk/>
            <pc:sldMk cId="0" sldId="256"/>
            <ac:spMk id="42" creationId="{00000000-0000-0000-0000-000000000000}"/>
          </ac:spMkLst>
        </pc:spChg>
        <pc:spChg chg="mod">
          <ac:chgData name="Priyanshu  Singh" userId="580c42a9-0ad5-4780-91cf-b2b7020ba72a" providerId="ADAL" clId="{179FFEAC-C7D0-4202-8125-1719F5479489}" dt="2026-09-22T11:06:13.769" v="51" actId="14100"/>
          <ac:spMkLst>
            <pc:docMk/>
            <pc:sldMk cId="0" sldId="256"/>
            <ac:spMk id="43" creationId="{00000000-0000-0000-0000-000000000000}"/>
          </ac:spMkLst>
        </pc:spChg>
        <pc:spChg chg="mod">
          <ac:chgData name="Priyanshu  Singh" userId="580c42a9-0ad5-4780-91cf-b2b7020ba72a" providerId="ADAL" clId="{179FFEAC-C7D0-4202-8125-1719F5479489}" dt="2026-09-22T11:06:34.706" v="60" actId="1076"/>
          <ac:spMkLst>
            <pc:docMk/>
            <pc:sldMk cId="0" sldId="256"/>
            <ac:spMk id="44" creationId="{00000000-0000-0000-0000-000000000000}"/>
          </ac:spMkLst>
        </pc:spChg>
        <pc:spChg chg="mod">
          <ac:chgData name="Priyanshu  Singh" userId="580c42a9-0ad5-4780-91cf-b2b7020ba72a" providerId="ADAL" clId="{179FFEAC-C7D0-4202-8125-1719F5479489}" dt="2026-09-22T11:04:53.916" v="47" actId="1076"/>
          <ac:spMkLst>
            <pc:docMk/>
            <pc:sldMk cId="0" sldId="256"/>
            <ac:spMk id="49" creationId="{00000000-0000-0000-0000-000000000000}"/>
          </ac:spMkLst>
        </pc:spChg>
        <pc:spChg chg="mod">
          <ac:chgData name="Priyanshu  Singh" userId="580c42a9-0ad5-4780-91cf-b2b7020ba72a" providerId="ADAL" clId="{179FFEAC-C7D0-4202-8125-1719F5479489}" dt="2026-09-22T11:04:47.898" v="45" actId="1076"/>
          <ac:spMkLst>
            <pc:docMk/>
            <pc:sldMk cId="0" sldId="256"/>
            <ac:spMk id="50" creationId="{00000000-0000-0000-0000-000000000000}"/>
          </ac:spMkLst>
        </pc:spChg>
        <pc:spChg chg="mod">
          <ac:chgData name="Priyanshu  Singh" userId="580c42a9-0ad5-4780-91cf-b2b7020ba72a" providerId="ADAL" clId="{179FFEAC-C7D0-4202-8125-1719F5479489}" dt="2026-09-22T11:05:06.041" v="50" actId="1076"/>
          <ac:spMkLst>
            <pc:docMk/>
            <pc:sldMk cId="0" sldId="256"/>
            <ac:spMk id="51" creationId="{00000000-0000-0000-0000-000000000000}"/>
          </ac:spMkLst>
        </pc:spChg>
        <pc:spChg chg="mod">
          <ac:chgData name="Priyanshu  Singh" userId="580c42a9-0ad5-4780-91cf-b2b7020ba72a" providerId="ADAL" clId="{179FFEAC-C7D0-4202-8125-1719F5479489}" dt="2026-09-22T11:04:57.516" v="48" actId="1076"/>
          <ac:spMkLst>
            <pc:docMk/>
            <pc:sldMk cId="0" sldId="256"/>
            <ac:spMk id="52" creationId="{00000000-0000-0000-0000-000000000000}"/>
          </ac:spMkLst>
        </pc:spChg>
        <pc:spChg chg="add mod">
          <ac:chgData name="Priyanshu  Singh" userId="580c42a9-0ad5-4780-91cf-b2b7020ba72a" providerId="ADAL" clId="{179FFEAC-C7D0-4202-8125-1719F5479489}" dt="2026-09-22T11:04:04.238" v="38" actId="14100"/>
          <ac:spMkLst>
            <pc:docMk/>
            <pc:sldMk cId="0" sldId="256"/>
            <ac:spMk id="65" creationId="{A852577A-EAD4-0A6A-9E0F-0DA65A422876}"/>
          </ac:spMkLst>
        </pc:spChg>
        <pc:spChg chg="add mod">
          <ac:chgData name="Priyanshu  Singh" userId="580c42a9-0ad5-4780-91cf-b2b7020ba72a" providerId="ADAL" clId="{179FFEAC-C7D0-4202-8125-1719F5479489}" dt="2026-09-22T11:04:18.351" v="41" actId="13822"/>
          <ac:spMkLst>
            <pc:docMk/>
            <pc:sldMk cId="0" sldId="256"/>
            <ac:spMk id="66" creationId="{578D94CC-D31F-6FDA-29D6-4B89D6639EEC}"/>
          </ac:spMkLst>
        </pc:spChg>
        <pc:spChg chg="add mod">
          <ac:chgData name="Priyanshu  Singh" userId="580c42a9-0ad5-4780-91cf-b2b7020ba72a" providerId="ADAL" clId="{179FFEAC-C7D0-4202-8125-1719F5479489}" dt="2026-09-22T11:04:33.584" v="43" actId="13822"/>
          <ac:spMkLst>
            <pc:docMk/>
            <pc:sldMk cId="0" sldId="256"/>
            <ac:spMk id="67" creationId="{889704D7-6D02-C2E7-4C04-8697012AB373}"/>
          </ac:spMkLst>
        </pc:spChg>
        <pc:cxnChg chg="add del mod">
          <ac:chgData name="Priyanshu  Singh" userId="580c42a9-0ad5-4780-91cf-b2b7020ba72a" providerId="ADAL" clId="{179FFEAC-C7D0-4202-8125-1719F5479489}" dt="2026-09-22T10:59:11.655" v="5" actId="478"/>
          <ac:cxnSpMkLst>
            <pc:docMk/>
            <pc:sldMk cId="0" sldId="256"/>
            <ac:cxnSpMk id="54" creationId="{D8D438C0-D854-F7B0-FCF6-83C4A1BC410B}"/>
          </ac:cxnSpMkLst>
        </pc:cxnChg>
        <pc:cxnChg chg="add del mod">
          <ac:chgData name="Priyanshu  Singh" userId="580c42a9-0ad5-4780-91cf-b2b7020ba72a" providerId="ADAL" clId="{179FFEAC-C7D0-4202-8125-1719F5479489}" dt="2026-09-22T10:59:19.649" v="7" actId="478"/>
          <ac:cxnSpMkLst>
            <pc:docMk/>
            <pc:sldMk cId="0" sldId="256"/>
            <ac:cxnSpMk id="56" creationId="{5AFB6ABD-2619-D93E-1EFC-E9AFB7EDA4FE}"/>
          </ac:cxnSpMkLst>
        </pc:cxnChg>
        <pc:cxnChg chg="add del">
          <ac:chgData name="Priyanshu  Singh" userId="580c42a9-0ad5-4780-91cf-b2b7020ba72a" providerId="ADAL" clId="{179FFEAC-C7D0-4202-8125-1719F5479489}" dt="2026-09-22T11:02:21.426" v="12" actId="478"/>
          <ac:cxnSpMkLst>
            <pc:docMk/>
            <pc:sldMk cId="0" sldId="256"/>
            <ac:cxnSpMk id="58" creationId="{C1B54724-14EC-12B9-B57A-D5413AA755F1}"/>
          </ac:cxnSpMkLst>
        </pc:cxnChg>
        <pc:cxnChg chg="add del">
          <ac:chgData name="Priyanshu  Singh" userId="580c42a9-0ad5-4780-91cf-b2b7020ba72a" providerId="ADAL" clId="{179FFEAC-C7D0-4202-8125-1719F5479489}" dt="2026-09-22T11:02:18.784" v="11" actId="478"/>
          <ac:cxnSpMkLst>
            <pc:docMk/>
            <pc:sldMk cId="0" sldId="256"/>
            <ac:cxnSpMk id="60" creationId="{82CE602F-2C94-3842-CAF1-BBE4BF4F98B4}"/>
          </ac:cxnSpMkLst>
        </pc:cxnChg>
        <pc:cxnChg chg="add del">
          <ac:chgData name="Priyanshu  Singh" userId="580c42a9-0ad5-4780-91cf-b2b7020ba72a" providerId="ADAL" clId="{179FFEAC-C7D0-4202-8125-1719F5479489}" dt="2026-09-22T11:02:24.485" v="13" actId="478"/>
          <ac:cxnSpMkLst>
            <pc:docMk/>
            <pc:sldMk cId="0" sldId="256"/>
            <ac:cxnSpMk id="62" creationId="{E5D81786-351D-C83C-EB4A-5D78EC9A3C7B}"/>
          </ac:cxnSpMkLst>
        </pc:cxnChg>
        <pc:cxnChg chg="add del mod">
          <ac:chgData name="Priyanshu  Singh" userId="580c42a9-0ad5-4780-91cf-b2b7020ba72a" providerId="ADAL" clId="{179FFEAC-C7D0-4202-8125-1719F5479489}" dt="2026-09-22T11:03:05.865" v="26" actId="478"/>
          <ac:cxnSpMkLst>
            <pc:docMk/>
            <pc:sldMk cId="0" sldId="256"/>
            <ac:cxnSpMk id="64" creationId="{28F72BD0-FA40-5B1E-AA65-C741E7AC732D}"/>
          </ac:cxnSpMkLst>
        </pc:cxnChg>
        <pc:cxnChg chg="add del">
          <ac:chgData name="Priyanshu  Singh" userId="580c42a9-0ad5-4780-91cf-b2b7020ba72a" providerId="ADAL" clId="{179FFEAC-C7D0-4202-8125-1719F5479489}" dt="2026-09-22T11:11:18.560" v="62" actId="478"/>
          <ac:cxnSpMkLst>
            <pc:docMk/>
            <pc:sldMk cId="0" sldId="256"/>
            <ac:cxnSpMk id="69" creationId="{70B76240-6161-C284-8270-2D9C278C7D6B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912916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22860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NARRAD Architecture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603504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powered ITAM Tool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486400" y="1874520"/>
            <a:ext cx="237744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8A8F99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Roaming / Remote Users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863840" y="2121408"/>
            <a:ext cx="1325880" cy="292608"/>
          </a:xfrm>
          <a:prstGeom prst="line">
            <a:avLst/>
          </a:prstGeom>
          <a:noFill/>
          <a:ln w="19050">
            <a:solidFill>
              <a:srgbClr val="43505E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262872" y="2212848"/>
            <a:ext cx="2441448" cy="1371600"/>
          </a:xfrm>
          <a:prstGeom prst="rect">
            <a:avLst/>
          </a:prstGeom>
          <a:solidFill>
            <a:srgbClr val="FDECEA"/>
          </a:solidFill>
          <a:ln w="19050">
            <a:solidFill>
              <a:srgbClr val="C0392B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9326880" y="2359152"/>
            <a:ext cx="2240280" cy="694944"/>
          </a:xfrm>
          <a:prstGeom prst="can">
            <a:avLst/>
          </a:prstGeom>
          <a:solidFill>
            <a:srgbClr val="FFFFFF"/>
          </a:solidFill>
          <a:ln w="20320">
            <a:solidFill>
              <a:srgbClr val="C0392B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9383982" y="310896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00800" y="3456432"/>
            <a:ext cx="5532120" cy="3154680"/>
          </a:xfrm>
          <a:prstGeom prst="rect">
            <a:avLst/>
          </a:prstGeom>
          <a:solidFill>
            <a:srgbClr val="EAF1FB"/>
          </a:solidFill>
          <a:ln w="19050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6492240" y="34930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— 3 servers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9784080" y="3310128"/>
            <a:ext cx="0" cy="274320"/>
          </a:xfrm>
          <a:prstGeom prst="line">
            <a:avLst/>
          </a:prstGeom>
          <a:noFill/>
          <a:ln w="15875">
            <a:solidFill>
              <a:srgbClr val="2C5AA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 flipH="1">
            <a:off x="8321040" y="3584448"/>
            <a:ext cx="1463040" cy="301752"/>
          </a:xfrm>
          <a:prstGeom prst="line">
            <a:avLst/>
          </a:prstGeom>
          <a:noFill/>
          <a:ln w="15875">
            <a:solidFill>
              <a:srgbClr val="2C5AA0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9921240" y="363931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forwarder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3794760"/>
            <a:ext cx="2377440" cy="621792"/>
          </a:xfrm>
          <a:prstGeom prst="can">
            <a:avLst/>
          </a:prstGeom>
          <a:solidFill>
            <a:srgbClr val="FFFFFF"/>
          </a:solidFill>
          <a:ln w="20320">
            <a:solidFill>
              <a:srgbClr val="2C5AA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Collector</a:t>
            </a:r>
            <a:endParaRPr lang="en-US" sz="1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1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366760" y="4416552"/>
            <a:ext cx="0" cy="292608"/>
          </a:xfrm>
          <a:prstGeom prst="line">
            <a:avLst/>
          </a:prstGeom>
          <a:noFill/>
          <a:ln w="19050">
            <a:solidFill>
              <a:srgbClr val="2C5AA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8549640" y="4453128"/>
            <a:ext cx="822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C5A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7086600" y="4709160"/>
            <a:ext cx="2423160" cy="621792"/>
          </a:xfrm>
          <a:prstGeom prst="can">
            <a:avLst/>
          </a:prstGeom>
          <a:solidFill>
            <a:srgbClr val="FFFFFF"/>
          </a:solidFill>
          <a:ln w="20320">
            <a:solidFill>
              <a:srgbClr val="2C5AA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4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2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75320" y="5330952"/>
            <a:ext cx="0" cy="292608"/>
          </a:xfrm>
          <a:prstGeom prst="line">
            <a:avLst/>
          </a:prstGeom>
          <a:noFill/>
          <a:ln w="19050">
            <a:solidFill>
              <a:srgbClr val="2C5AA0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178040" y="5623560"/>
            <a:ext cx="2377440" cy="603504"/>
          </a:xfrm>
          <a:prstGeom prst="can">
            <a:avLst/>
          </a:prstGeom>
          <a:solidFill>
            <a:srgbClr val="FFFFFF"/>
          </a:solidFill>
          <a:ln w="20320">
            <a:solidFill>
              <a:srgbClr val="2C5AA0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2788920" cy="1417320"/>
          </a:xfrm>
          <a:prstGeom prst="rect">
            <a:avLst/>
          </a:prstGeom>
          <a:solidFill>
            <a:srgbClr val="F5EEFC"/>
          </a:solidFill>
          <a:ln w="19050">
            <a:solidFill>
              <a:srgbClr val="7D3F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457200" y="3502152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D3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457200" y="3675888"/>
            <a:ext cx="2194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/ servers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02920" y="3913632"/>
            <a:ext cx="329184" cy="24688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7D3F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41832" y="3913632"/>
            <a:ext cx="329184" cy="24688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7D3F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1380744" y="3913632"/>
            <a:ext cx="329184" cy="24688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7D3F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819656" y="3913632"/>
            <a:ext cx="329184" cy="24688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7D3F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502920" y="4224528"/>
            <a:ext cx="329184" cy="24688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7D3F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941832" y="4224528"/>
            <a:ext cx="329184" cy="24688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7D3F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380744" y="4224528"/>
            <a:ext cx="329184" cy="24688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5875">
            <a:solidFill>
              <a:srgbClr val="7D3FC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154680" y="3950208"/>
            <a:ext cx="4023360" cy="164592"/>
          </a:xfrm>
          <a:prstGeom prst="line">
            <a:avLst/>
          </a:prstGeom>
          <a:noFill/>
          <a:ln w="19050">
            <a:solidFill>
              <a:srgbClr val="7D3FC9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3840480" y="361188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7D3F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443 • HTTP/HTTPS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365760" y="4983480"/>
            <a:ext cx="2788920" cy="1463040"/>
          </a:xfrm>
          <a:prstGeom prst="rect">
            <a:avLst/>
          </a:prstGeom>
          <a:solidFill>
            <a:srgbClr val="EAFAF0"/>
          </a:solidFill>
          <a:ln w="19050">
            <a:solidFill>
              <a:srgbClr val="1F9D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457200" y="5029200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INTEGRATIONS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457200" y="5285232"/>
            <a:ext cx="1691640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5875">
            <a:solidFill>
              <a:srgbClr val="1F9D5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148840" y="5408676"/>
            <a:ext cx="502920" cy="0"/>
          </a:xfrm>
          <a:prstGeom prst="line">
            <a:avLst/>
          </a:prstGeom>
          <a:noFill/>
          <a:ln w="12700">
            <a:solidFill>
              <a:srgbClr val="1F9D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457200" y="5577840"/>
            <a:ext cx="1691640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5875">
            <a:solidFill>
              <a:srgbClr val="1F9D5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Adobe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148840" y="5701284"/>
            <a:ext cx="502920" cy="0"/>
          </a:xfrm>
          <a:prstGeom prst="line">
            <a:avLst/>
          </a:prstGeom>
          <a:noFill/>
          <a:ln w="12700">
            <a:solidFill>
              <a:srgbClr val="1F9D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457200" y="5870448"/>
            <a:ext cx="1691640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5875">
            <a:solidFill>
              <a:srgbClr val="1F9D5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M365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2148840" y="5993892"/>
            <a:ext cx="502920" cy="0"/>
          </a:xfrm>
          <a:prstGeom prst="line">
            <a:avLst/>
          </a:prstGeom>
          <a:noFill/>
          <a:ln w="12700">
            <a:solidFill>
              <a:srgbClr val="1F9D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 txBox="1"/>
          <p:nvPr/>
        </p:nvSpPr>
        <p:spPr>
          <a:xfrm>
            <a:off x="457200" y="6163056"/>
            <a:ext cx="1691640" cy="246888"/>
          </a:xfrm>
          <a:prstGeom prst="roundRect">
            <a:avLst>
              <a:gd name="adj" fmla="val 18519"/>
            </a:avLst>
          </a:prstGeom>
          <a:solidFill>
            <a:srgbClr val="FFFFFF"/>
          </a:solidFill>
          <a:ln w="15875">
            <a:solidFill>
              <a:srgbClr val="1F9D5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ITSM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2148840" y="6286500"/>
            <a:ext cx="502920" cy="0"/>
          </a:xfrm>
          <a:prstGeom prst="line">
            <a:avLst/>
          </a:prstGeom>
          <a:noFill/>
          <a:ln w="12700">
            <a:solidFill>
              <a:srgbClr val="1F9D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2682239" y="5285232"/>
            <a:ext cx="838201" cy="1124712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9050">
            <a:solidFill>
              <a:srgbClr val="1F9D55"/>
            </a:solidFill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b="1" dirty="0">
                <a:solidFill>
                  <a:srgbClr val="1C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 flipV="1">
            <a:off x="3474719" y="4270248"/>
            <a:ext cx="3703319" cy="1719072"/>
          </a:xfrm>
          <a:prstGeom prst="line">
            <a:avLst/>
          </a:prstGeom>
          <a:noFill/>
          <a:ln w="19050">
            <a:solidFill>
              <a:srgbClr val="1F9D55"/>
            </a:solidFill>
            <a:prstDash val="solid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 txBox="1"/>
          <p:nvPr/>
        </p:nvSpPr>
        <p:spPr>
          <a:xfrm>
            <a:off x="4069081" y="4815156"/>
            <a:ext cx="21031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F9D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443 • secure 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65760" y="6565392"/>
            <a:ext cx="128016" cy="128016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 txBox="1"/>
          <p:nvPr/>
        </p:nvSpPr>
        <p:spPr>
          <a:xfrm>
            <a:off x="548640" y="65105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DMZ / Extended Collector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291840" y="6565392"/>
            <a:ext cx="128016" cy="128016"/>
          </a:xfrm>
          <a:prstGeom prst="rect">
            <a:avLst/>
          </a:prstGeom>
          <a:solidFill>
            <a:srgbClr val="2C5AA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 txBox="1"/>
          <p:nvPr/>
        </p:nvSpPr>
        <p:spPr>
          <a:xfrm>
            <a:off x="3474720" y="65105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On-Premises servers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138796" y="6583680"/>
            <a:ext cx="182880" cy="182880"/>
          </a:xfrm>
          <a:prstGeom prst="rect">
            <a:avLst/>
          </a:prstGeom>
          <a:solidFill>
            <a:srgbClr val="7D3FC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 txBox="1"/>
          <p:nvPr/>
        </p:nvSpPr>
        <p:spPr>
          <a:xfrm>
            <a:off x="6355080" y="6585453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endpoints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520249" y="6638544"/>
            <a:ext cx="149476" cy="173736"/>
          </a:xfrm>
          <a:prstGeom prst="rect">
            <a:avLst/>
          </a:prstGeom>
          <a:solidFill>
            <a:srgbClr val="1F9D5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 txBox="1"/>
          <p:nvPr/>
        </p:nvSpPr>
        <p:spPr>
          <a:xfrm>
            <a:off x="8711060" y="6611205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B66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 integrations</a:t>
            </a:r>
            <a:endParaRPr lang="en-US" sz="950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A852577A-EAD4-0A6A-9E0F-0DA65A422876}"/>
              </a:ext>
            </a:extLst>
          </p:cNvPr>
          <p:cNvSpPr/>
          <p:nvPr/>
        </p:nvSpPr>
        <p:spPr>
          <a:xfrm>
            <a:off x="9260539" y="3606657"/>
            <a:ext cx="2441446" cy="4571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78D94CC-D31F-6FDA-29D6-4B89D6639EEC}"/>
              </a:ext>
            </a:extLst>
          </p:cNvPr>
          <p:cNvSpPr/>
          <p:nvPr/>
        </p:nvSpPr>
        <p:spPr>
          <a:xfrm>
            <a:off x="9260539" y="3429000"/>
            <a:ext cx="45719" cy="210312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889704D7-6D02-C2E7-4C04-8697012AB373}"/>
              </a:ext>
            </a:extLst>
          </p:cNvPr>
          <p:cNvSpPr/>
          <p:nvPr/>
        </p:nvSpPr>
        <p:spPr>
          <a:xfrm>
            <a:off x="11658601" y="3429000"/>
            <a:ext cx="45719" cy="201168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58</Words>
  <Application>Microsoft Office PowerPoint</Application>
  <PresentationFormat>Widescreen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Priyanshu  Singh</cp:lastModifiedBy>
  <cp:revision>1</cp:revision>
  <dcterms:created xsi:type="dcterms:W3CDTF">2026-09-22T10:57:38Z</dcterms:created>
  <dcterms:modified xsi:type="dcterms:W3CDTF">2026-09-22T11:11:28Z</dcterms:modified>
</cp:coreProperties>
</file>