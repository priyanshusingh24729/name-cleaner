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SaaS integrations, and roaming endpoints feeding an on-premises collector / database / application stack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960120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/ Remote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29800" y="1371600"/>
            <a:ext cx="0" cy="274320"/>
          </a:xfrm>
          <a:prstGeom prst="line">
            <a:avLst/>
          </a:prstGeom>
          <a:noFill/>
          <a:ln w="15875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72400" y="1691640"/>
            <a:ext cx="4114800" cy="141732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86384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enter, cannot leave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2148840"/>
            <a:ext cx="2286000" cy="822960"/>
          </a:xfrm>
          <a:prstGeom prst="can">
            <a:avLst/>
          </a:prstGeom>
          <a:solidFill>
            <a:srgbClr val="FFFFFF"/>
          </a:solidFill>
          <a:ln w="20320">
            <a:solidFill>
              <a:srgbClr val="C0392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29800" y="3108960"/>
            <a:ext cx="0" cy="6400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966960" y="32461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3410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0" y="3429000"/>
            <a:ext cx="4114800" cy="3108960"/>
          </a:xfrm>
          <a:prstGeom prst="rect">
            <a:avLst/>
          </a:prstGeom>
          <a:solidFill>
            <a:srgbClr val="EAF1FB"/>
          </a:solidFill>
          <a:ln w="19050">
            <a:solidFill>
              <a:srgbClr val="2C5A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— 3 servers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749040"/>
            <a:ext cx="2377440" cy="71323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829800" y="446227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001268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754880"/>
            <a:ext cx="2377440" cy="71323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29800" y="546811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641080" y="5760720"/>
            <a:ext cx="2377440" cy="71323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2743200" cy="1463040"/>
          </a:xfrm>
          <a:prstGeom prst="rect">
            <a:avLst/>
          </a:prstGeom>
          <a:solidFill>
            <a:srgbClr val="F5EEFC"/>
          </a:solidFill>
          <a:ln w="19050">
            <a:solidFill>
              <a:srgbClr val="7D3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474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 servers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88620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388620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0744" y="388620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19656" y="388620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224528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4224528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0744" y="4224528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3977640"/>
            <a:ext cx="5532120" cy="-137160"/>
          </a:xfrm>
          <a:prstGeom prst="line">
            <a:avLst/>
          </a:prstGeom>
          <a:noFill/>
          <a:ln w="19050">
            <a:solidFill>
              <a:srgbClr val="7D3FC9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931920" y="3520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HTTP/HTTPS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029200"/>
            <a:ext cx="2743200" cy="1508760"/>
          </a:xfrm>
          <a:prstGeom prst="rect">
            <a:avLst/>
          </a:prstGeom>
          <a:solidFill>
            <a:srgbClr val="EAFAF0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5074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321808"/>
            <a:ext cx="114300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5321808"/>
            <a:ext cx="114300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669280"/>
            <a:ext cx="114300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5669280"/>
            <a:ext cx="114300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60807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F9D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Manager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926080" y="6272784"/>
            <a:ext cx="5715000" cy="-2194560"/>
          </a:xfrm>
          <a:prstGeom prst="line">
            <a:avLst/>
          </a:prstGeom>
          <a:noFill/>
          <a:ln w="19050">
            <a:solidFill>
              <a:srgbClr val="1F9D55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754880" y="50749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secure cloud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6565392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Extended Collector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6565392"/>
            <a:ext cx="128016" cy="128016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47472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servers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6565392"/>
            <a:ext cx="128016" cy="128016"/>
          </a:xfrm>
          <a:prstGeom prst="rect">
            <a:avLst/>
          </a:prstGeom>
          <a:solidFill>
            <a:srgbClr val="7D3FC9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30936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endpoints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503920" y="6565392"/>
            <a:ext cx="128016" cy="128016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8680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2026-09-22T10:42:39Z</dcterms:created>
  <dcterms:modified xsi:type="dcterms:W3CDTF">2026-09-22T10:42:39Z</dcterms:modified>
</cp:coreProperties>
</file>