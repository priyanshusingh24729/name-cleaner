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u  Singh" userId="580c42a9-0ad5-4780-91cf-b2b7020ba72a" providerId="ADAL" clId="{179FFEAC-C7D0-4202-8125-1719F5479489}"/>
    <pc:docChg chg="custSel modSld">
      <pc:chgData name="Priyanshu  Singh" userId="580c42a9-0ad5-4780-91cf-b2b7020ba72a" providerId="ADAL" clId="{179FFEAC-C7D0-4202-8125-1719F5479489}" dt="2026-09-22T11:16:18.615" v="66" actId="478"/>
      <pc:docMkLst>
        <pc:docMk/>
      </pc:docMkLst>
      <pc:sldChg chg="addSp delSp modSp mod">
        <pc:chgData name="Priyanshu  Singh" userId="580c42a9-0ad5-4780-91cf-b2b7020ba72a" providerId="ADAL" clId="{179FFEAC-C7D0-4202-8125-1719F5479489}" dt="2026-09-22T11:16:18.615" v="66" actId="478"/>
        <pc:sldMkLst>
          <pc:docMk/>
          <pc:sldMk cId="0" sldId="256"/>
        </pc:sldMkLst>
        <pc:spChg chg="mod">
          <ac:chgData name="Priyanshu  Singh" userId="580c42a9-0ad5-4780-91cf-b2b7020ba72a" providerId="ADAL" clId="{179FFEAC-C7D0-4202-8125-1719F5479489}" dt="2026-09-22T10:58:49.788" v="2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4:39.559" v="44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0:58:42.381" v="1" actId="14100"/>
          <ac:spMkLst>
            <pc:docMk/>
            <pc:sldMk cId="0" sldId="256"/>
            <ac:spMk id="42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6:13.769" v="51" actId="14100"/>
          <ac:spMkLst>
            <pc:docMk/>
            <pc:sldMk cId="0" sldId="256"/>
            <ac:spMk id="43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6:34.706" v="60" actId="1076"/>
          <ac:spMkLst>
            <pc:docMk/>
            <pc:sldMk cId="0" sldId="256"/>
            <ac:spMk id="44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4:53.916" v="47" actId="1076"/>
          <ac:spMkLst>
            <pc:docMk/>
            <pc:sldMk cId="0" sldId="256"/>
            <ac:spMk id="49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4:47.898" v="45" actId="107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5:06.041" v="50" actId="1076"/>
          <ac:spMkLst>
            <pc:docMk/>
            <pc:sldMk cId="0" sldId="256"/>
            <ac:spMk id="51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4:57.516" v="48" actId="1076"/>
          <ac:spMkLst>
            <pc:docMk/>
            <pc:sldMk cId="0" sldId="256"/>
            <ac:spMk id="52" creationId="{00000000-0000-0000-0000-000000000000}"/>
          </ac:spMkLst>
        </pc:spChg>
        <pc:spChg chg="add del">
          <ac:chgData name="Priyanshu  Singh" userId="580c42a9-0ad5-4780-91cf-b2b7020ba72a" providerId="ADAL" clId="{179FFEAC-C7D0-4202-8125-1719F5479489}" dt="2026-09-22T11:16:18.615" v="66" actId="478"/>
          <ac:spMkLst>
            <pc:docMk/>
            <pc:sldMk cId="0" sldId="256"/>
            <ac:spMk id="53" creationId="{419D75FD-FFDB-2961-BD7D-93ABACC34C9A}"/>
          </ac:spMkLst>
        </pc:spChg>
        <pc:spChg chg="add mod">
          <ac:chgData name="Priyanshu  Singh" userId="580c42a9-0ad5-4780-91cf-b2b7020ba72a" providerId="ADAL" clId="{179FFEAC-C7D0-4202-8125-1719F5479489}" dt="2026-09-22T11:04:04.238" v="38" actId="14100"/>
          <ac:spMkLst>
            <pc:docMk/>
            <pc:sldMk cId="0" sldId="256"/>
            <ac:spMk id="65" creationId="{A852577A-EAD4-0A6A-9E0F-0DA65A422876}"/>
          </ac:spMkLst>
        </pc:spChg>
        <pc:spChg chg="add mod">
          <ac:chgData name="Priyanshu  Singh" userId="580c42a9-0ad5-4780-91cf-b2b7020ba72a" providerId="ADAL" clId="{179FFEAC-C7D0-4202-8125-1719F5479489}" dt="2026-09-22T11:04:18.351" v="41" actId="13822"/>
          <ac:spMkLst>
            <pc:docMk/>
            <pc:sldMk cId="0" sldId="256"/>
            <ac:spMk id="66" creationId="{578D94CC-D31F-6FDA-29D6-4B89D6639EEC}"/>
          </ac:spMkLst>
        </pc:spChg>
        <pc:spChg chg="add mod">
          <ac:chgData name="Priyanshu  Singh" userId="580c42a9-0ad5-4780-91cf-b2b7020ba72a" providerId="ADAL" clId="{179FFEAC-C7D0-4202-8125-1719F5479489}" dt="2026-09-22T11:04:33.584" v="43" actId="13822"/>
          <ac:spMkLst>
            <pc:docMk/>
            <pc:sldMk cId="0" sldId="256"/>
            <ac:spMk id="67" creationId="{889704D7-6D02-C2E7-4C04-8697012AB373}"/>
          </ac:spMkLst>
        </pc:spChg>
        <pc:spChg chg="mod">
          <ac:chgData name="Priyanshu  Singh" userId="580c42a9-0ad5-4780-91cf-b2b7020ba72a" providerId="ADAL" clId="{179FFEAC-C7D0-4202-8125-1719F5479489}" dt="2026-09-22T11:16:00.680" v="63" actId="1076"/>
          <ac:spMkLst>
            <pc:docMk/>
            <pc:sldMk cId="0" sldId="256"/>
            <ac:spMk id="71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16:04.387" v="64" actId="1076"/>
          <ac:spMkLst>
            <pc:docMk/>
            <pc:sldMk cId="0" sldId="256"/>
            <ac:spMk id="72" creationId="{00000000-0000-0000-0000-000000000000}"/>
          </ac:spMkLst>
        </pc:spChg>
        <pc:cxnChg chg="add del mod">
          <ac:chgData name="Priyanshu  Singh" userId="580c42a9-0ad5-4780-91cf-b2b7020ba72a" providerId="ADAL" clId="{179FFEAC-C7D0-4202-8125-1719F5479489}" dt="2026-09-22T10:59:11.655" v="5" actId="478"/>
          <ac:cxnSpMkLst>
            <pc:docMk/>
            <pc:sldMk cId="0" sldId="256"/>
            <ac:cxnSpMk id="54" creationId="{D8D438C0-D854-F7B0-FCF6-83C4A1BC410B}"/>
          </ac:cxnSpMkLst>
        </pc:cxnChg>
        <pc:cxnChg chg="add del mod">
          <ac:chgData name="Priyanshu  Singh" userId="580c42a9-0ad5-4780-91cf-b2b7020ba72a" providerId="ADAL" clId="{179FFEAC-C7D0-4202-8125-1719F5479489}" dt="2026-09-22T10:59:19.649" v="7" actId="478"/>
          <ac:cxnSpMkLst>
            <pc:docMk/>
            <pc:sldMk cId="0" sldId="256"/>
            <ac:cxnSpMk id="56" creationId="{5AFB6ABD-2619-D93E-1EFC-E9AFB7EDA4FE}"/>
          </ac:cxnSpMkLst>
        </pc:cxnChg>
        <pc:cxnChg chg="add del">
          <ac:chgData name="Priyanshu  Singh" userId="580c42a9-0ad5-4780-91cf-b2b7020ba72a" providerId="ADAL" clId="{179FFEAC-C7D0-4202-8125-1719F5479489}" dt="2026-09-22T11:02:21.426" v="12" actId="478"/>
          <ac:cxnSpMkLst>
            <pc:docMk/>
            <pc:sldMk cId="0" sldId="256"/>
            <ac:cxnSpMk id="58" creationId="{C1B54724-14EC-12B9-B57A-D5413AA755F1}"/>
          </ac:cxnSpMkLst>
        </pc:cxnChg>
        <pc:cxnChg chg="add del">
          <ac:chgData name="Priyanshu  Singh" userId="580c42a9-0ad5-4780-91cf-b2b7020ba72a" providerId="ADAL" clId="{179FFEAC-C7D0-4202-8125-1719F5479489}" dt="2026-09-22T11:02:18.784" v="11" actId="478"/>
          <ac:cxnSpMkLst>
            <pc:docMk/>
            <pc:sldMk cId="0" sldId="256"/>
            <ac:cxnSpMk id="60" creationId="{82CE602F-2C94-3842-CAF1-BBE4BF4F98B4}"/>
          </ac:cxnSpMkLst>
        </pc:cxnChg>
        <pc:cxnChg chg="add del">
          <ac:chgData name="Priyanshu  Singh" userId="580c42a9-0ad5-4780-91cf-b2b7020ba72a" providerId="ADAL" clId="{179FFEAC-C7D0-4202-8125-1719F5479489}" dt="2026-09-22T11:02:24.485" v="13" actId="478"/>
          <ac:cxnSpMkLst>
            <pc:docMk/>
            <pc:sldMk cId="0" sldId="256"/>
            <ac:cxnSpMk id="62" creationId="{E5D81786-351D-C83C-EB4A-5D78EC9A3C7B}"/>
          </ac:cxnSpMkLst>
        </pc:cxnChg>
        <pc:cxnChg chg="add del mod">
          <ac:chgData name="Priyanshu  Singh" userId="580c42a9-0ad5-4780-91cf-b2b7020ba72a" providerId="ADAL" clId="{179FFEAC-C7D0-4202-8125-1719F5479489}" dt="2026-09-22T11:03:05.865" v="26" actId="478"/>
          <ac:cxnSpMkLst>
            <pc:docMk/>
            <pc:sldMk cId="0" sldId="256"/>
            <ac:cxnSpMk id="64" creationId="{28F72BD0-FA40-5B1E-AA65-C741E7AC732D}"/>
          </ac:cxnSpMkLst>
        </pc:cxnChg>
        <pc:cxnChg chg="add del">
          <ac:chgData name="Priyanshu  Singh" userId="580c42a9-0ad5-4780-91cf-b2b7020ba72a" providerId="ADAL" clId="{179FFEAC-C7D0-4202-8125-1719F5479489}" dt="2026-09-22T11:11:18.560" v="62" actId="478"/>
          <ac:cxnSpMkLst>
            <pc:docMk/>
            <pc:sldMk cId="0" sldId="256"/>
            <ac:cxnSpMk id="69" creationId="{70B76240-6161-C284-8270-2D9C278C7D6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29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NARRAD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03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ITAM Tool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1874520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F9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/ Remote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0" y="2121408"/>
            <a:ext cx="1325880" cy="292608"/>
          </a:xfrm>
          <a:prstGeom prst="line">
            <a:avLst/>
          </a:prstGeom>
          <a:noFill/>
          <a:ln w="19050">
            <a:solidFill>
              <a:srgbClr val="4350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62872" y="2212848"/>
            <a:ext cx="2441448" cy="137160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326880" y="2359152"/>
            <a:ext cx="2240280" cy="694944"/>
          </a:xfrm>
          <a:prstGeom prst="can">
            <a:avLst/>
          </a:prstGeom>
          <a:solidFill>
            <a:srgbClr val="FFFFFF"/>
          </a:solidFill>
          <a:ln w="2032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83982" y="3108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3456432"/>
            <a:ext cx="5532120" cy="3154680"/>
          </a:xfrm>
          <a:prstGeom prst="rect">
            <a:avLst/>
          </a:prstGeom>
          <a:solidFill>
            <a:srgbClr val="EAF1FB"/>
          </a:solidFill>
          <a:ln w="1905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92240" y="3493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— 3 servers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784080" y="3310128"/>
            <a:ext cx="0" cy="274320"/>
          </a:xfrm>
          <a:prstGeom prst="line">
            <a:avLst/>
          </a:prstGeom>
          <a:noFill/>
          <a:ln w="15875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>
            <a:off x="8321040" y="3584448"/>
            <a:ext cx="1463040" cy="301752"/>
          </a:xfrm>
          <a:prstGeom prst="line">
            <a:avLst/>
          </a:prstGeom>
          <a:noFill/>
          <a:ln w="15875">
            <a:solidFill>
              <a:srgbClr val="2C5AA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92124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794760"/>
            <a:ext cx="2377440" cy="621792"/>
          </a:xfrm>
          <a:prstGeom prst="can">
            <a:avLst/>
          </a:prstGeom>
          <a:solidFill>
            <a:srgbClr val="FFFFFF"/>
          </a:solidFill>
          <a:ln w="20320">
            <a:solidFill>
              <a:srgbClr val="2C5AA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66760" y="4416552"/>
            <a:ext cx="0" cy="292608"/>
          </a:xfrm>
          <a:prstGeom prst="line">
            <a:avLst/>
          </a:prstGeom>
          <a:noFill/>
          <a:ln w="19050">
            <a:solidFill>
              <a:srgbClr val="2C5AA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549640" y="4453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709160"/>
            <a:ext cx="2423160" cy="621792"/>
          </a:xfrm>
          <a:prstGeom prst="can">
            <a:avLst/>
          </a:prstGeom>
          <a:solidFill>
            <a:srgbClr val="FFFFFF"/>
          </a:solidFill>
          <a:ln w="20320">
            <a:solidFill>
              <a:srgbClr val="2C5AA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75320" y="5330952"/>
            <a:ext cx="0" cy="292608"/>
          </a:xfrm>
          <a:prstGeom prst="line">
            <a:avLst/>
          </a:prstGeom>
          <a:noFill/>
          <a:ln w="19050">
            <a:solidFill>
              <a:srgbClr val="2C5AA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178040" y="5623560"/>
            <a:ext cx="2377440" cy="603504"/>
          </a:xfrm>
          <a:prstGeom prst="can">
            <a:avLst/>
          </a:prstGeom>
          <a:solidFill>
            <a:srgbClr val="FFFFFF"/>
          </a:solidFill>
          <a:ln w="20320">
            <a:solidFill>
              <a:srgbClr val="2C5AA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2788920" cy="1417320"/>
          </a:xfrm>
          <a:prstGeom prst="rect">
            <a:avLst/>
          </a:prstGeom>
          <a:solidFill>
            <a:srgbClr val="F5EEFC"/>
          </a:solidFill>
          <a:ln w="19050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7200" y="3502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75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/ servers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913632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1832" y="3913632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80744" y="3913632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19656" y="3913632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4224528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41832" y="4224528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380744" y="4224528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54680" y="3950208"/>
            <a:ext cx="4023360" cy="164592"/>
          </a:xfrm>
          <a:prstGeom prst="line">
            <a:avLst/>
          </a:prstGeom>
          <a:noFill/>
          <a:ln w="19050">
            <a:solidFill>
              <a:srgbClr val="7D3FC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840480" y="3611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3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• HTTP/HTTPS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983480"/>
            <a:ext cx="2788920" cy="1463040"/>
          </a:xfrm>
          <a:prstGeom prst="rect">
            <a:avLst/>
          </a:prstGeom>
          <a:solidFill>
            <a:srgbClr val="EAFAF0"/>
          </a:solidFill>
          <a:ln w="19050">
            <a:solidFill>
              <a:srgbClr val="1F9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57200" y="5029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INTEGRATIONS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285232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148840" y="5408676"/>
            <a:ext cx="502920" cy="0"/>
          </a:xfrm>
          <a:prstGeom prst="line">
            <a:avLst/>
          </a:prstGeom>
          <a:noFill/>
          <a:ln w="12700">
            <a:solidFill>
              <a:srgbClr val="1F9D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57200" y="5577840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148840" y="5701284"/>
            <a:ext cx="502920" cy="0"/>
          </a:xfrm>
          <a:prstGeom prst="line">
            <a:avLst/>
          </a:prstGeom>
          <a:noFill/>
          <a:ln w="12700">
            <a:solidFill>
              <a:srgbClr val="1F9D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57200" y="5870448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48840" y="5993892"/>
            <a:ext cx="502920" cy="0"/>
          </a:xfrm>
          <a:prstGeom prst="line">
            <a:avLst/>
          </a:prstGeom>
          <a:noFill/>
          <a:ln w="12700">
            <a:solidFill>
              <a:srgbClr val="1F9D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57200" y="6163056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148840" y="6286500"/>
            <a:ext cx="502920" cy="0"/>
          </a:xfrm>
          <a:prstGeom prst="line">
            <a:avLst/>
          </a:prstGeom>
          <a:noFill/>
          <a:ln w="12700">
            <a:solidFill>
              <a:srgbClr val="1F9D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2682239" y="5285232"/>
            <a:ext cx="838201" cy="1124712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9D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 flipV="1">
            <a:off x="3474719" y="4270248"/>
            <a:ext cx="3703319" cy="1719072"/>
          </a:xfrm>
          <a:prstGeom prst="line">
            <a:avLst/>
          </a:prstGeom>
          <a:noFill/>
          <a:ln w="19050">
            <a:solidFill>
              <a:srgbClr val="1F9D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069081" y="4815156"/>
            <a:ext cx="2103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• secure 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6565392"/>
            <a:ext cx="128016" cy="12801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548640" y="6510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/ Extended Collector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91840" y="6565392"/>
            <a:ext cx="128016" cy="128016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3474720" y="6510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servers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38796" y="6583680"/>
            <a:ext cx="182880" cy="182880"/>
          </a:xfrm>
          <a:prstGeom prst="rect">
            <a:avLst/>
          </a:prstGeom>
          <a:solidFill>
            <a:srgbClr val="7D3F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355080" y="6585453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endpoints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520249" y="6638544"/>
            <a:ext cx="149476" cy="173736"/>
          </a:xfrm>
          <a:prstGeom prst="rect">
            <a:avLst/>
          </a:prstGeom>
          <a:solidFill>
            <a:srgbClr val="1F9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8711060" y="6611205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integrations</a:t>
            </a:r>
            <a:endParaRPr lang="en-US" sz="95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852577A-EAD4-0A6A-9E0F-0DA65A422876}"/>
              </a:ext>
            </a:extLst>
          </p:cNvPr>
          <p:cNvSpPr/>
          <p:nvPr/>
        </p:nvSpPr>
        <p:spPr>
          <a:xfrm>
            <a:off x="9260539" y="3606657"/>
            <a:ext cx="2441446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78D94CC-D31F-6FDA-29D6-4B89D6639EEC}"/>
              </a:ext>
            </a:extLst>
          </p:cNvPr>
          <p:cNvSpPr/>
          <p:nvPr/>
        </p:nvSpPr>
        <p:spPr>
          <a:xfrm>
            <a:off x="9260539" y="3429000"/>
            <a:ext cx="45719" cy="2103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89704D7-6D02-C2E7-4C04-8697012AB373}"/>
              </a:ext>
            </a:extLst>
          </p:cNvPr>
          <p:cNvSpPr/>
          <p:nvPr/>
        </p:nvSpPr>
        <p:spPr>
          <a:xfrm>
            <a:off x="11658601" y="3429000"/>
            <a:ext cx="45719" cy="20116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3017520" y="1874519"/>
            <a:ext cx="233172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C2430"/>
                </a:solidFill>
                <a:latin typeface="Calibri"/>
              </a:rPr>
              <a:t>Remote User (Forced VPN)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82127" y="1856231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1">
                <a:solidFill>
                  <a:srgbClr val="43505E"/>
                </a:solidFill>
                <a:latin typeface="Calibri"/>
              </a:rPr>
              <a:t>No VPN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183380" y="2240280"/>
            <a:ext cx="3406140" cy="1216152"/>
          </a:xfrm>
          <a:prstGeom prst="line">
            <a:avLst/>
          </a:prstGeom>
          <a:ln w="24130">
            <a:solidFill>
              <a:srgbClr val="D35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426062" y="241401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D35400"/>
                </a:solidFill>
                <a:latin typeface="Calibri"/>
              </a:rPr>
              <a:t>Forced VPN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68112" y="255033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 dirty="0">
                <a:solidFill>
                  <a:srgbClr val="5B6673"/>
                </a:solidFill>
                <a:latin typeface="Calibri"/>
              </a:rPr>
              <a:t>(direct tunnel — bypasses DMZ)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75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Priyanshu  Singh</cp:lastModifiedBy>
  <cp:revision>1</cp:revision>
  <dcterms:created xsi:type="dcterms:W3CDTF">2026-09-22T10:57:38Z</dcterms:created>
  <dcterms:modified xsi:type="dcterms:W3CDTF">2026-09-22T11:16:25Z</dcterms:modified>
</cp:coreProperties>
</file>